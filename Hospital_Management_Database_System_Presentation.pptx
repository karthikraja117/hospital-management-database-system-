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85800"/>
            <a:ext cx="10362895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DATABASE MANAGEMENT SYSTEMS (DBMS)  |  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  <a:latin typeface="Times New Roman"/>
              </a:defRPr>
            </a:pPr>
            <a:r>
              <a:t>Hospital Management Database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A simple and reliable web-based system to manage patients, doctors, appointments, and medical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154680"/>
            <a:ext cx="8899855" cy="2560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3375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Times New Roman"/>
              </a:defRPr>
            </a:pPr>
            <a:r>
              <a:t>PROJECT TEAM MEMBERS:</a:t>
            </a:r>
          </a:p>
          <a:p>
            <a:pPr>
              <a:defRPr sz="1250">
                <a:solidFill>
                  <a:srgbClr val="1F2937"/>
                </a:solidFill>
                <a:latin typeface="Times New Roman"/>
              </a:defRPr>
            </a:pPr>
            <a:r>
              <a:t>•  Abinash Muthuramalingam   —   125A9002</a:t>
            </a:r>
          </a:p>
          <a:p>
            <a:pPr>
              <a:defRPr sz="1250">
                <a:solidFill>
                  <a:srgbClr val="1F2937"/>
                </a:solidFill>
                <a:latin typeface="Times New Roman"/>
              </a:defRPr>
            </a:pPr>
            <a:r>
              <a:t>•  Jatin Kumar   —   125A9009</a:t>
            </a:r>
          </a:p>
          <a:p>
            <a:pPr>
              <a:defRPr sz="1250">
                <a:solidFill>
                  <a:srgbClr val="1F2937"/>
                </a:solidFill>
                <a:latin typeface="Times New Roman"/>
              </a:defRPr>
            </a:pPr>
            <a:r>
              <a:t>•  Vishnu Devendra   —   125A9010</a:t>
            </a:r>
          </a:p>
          <a:p>
            <a:pPr>
              <a:defRPr sz="1250">
                <a:solidFill>
                  <a:srgbClr val="1F2937"/>
                </a:solidFill>
                <a:latin typeface="Times New Roman"/>
              </a:defRPr>
            </a:pPr>
            <a:r>
              <a:t>•  Karthik Raja   —   125A9018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3375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Times New Roman"/>
              </a:defRPr>
            </a:pPr>
            <a:r>
              <a:t>TEACHER IN-CHARGE / GUIDE:</a:t>
            </a:r>
          </a:p>
          <a:p>
            <a:pPr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Prof. Sumedha A. Maindalkar</a:t>
            </a:r>
          </a:p>
          <a:p>
            <a:br/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Academic Year: 2025 – 2026</a:t>
            </a:r>
            <a:br/>
            <a:r>
              <a:t>Database: PostgreSQL 16</a:t>
            </a:r>
            <a:br/>
            <a:r>
              <a:t>Frontend: Next.js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BACKGROUND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Why We Built This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Problems with Manual Paper &amp; Excel Files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Lost or Damaged Paper Files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Physical files in cabinets get misplaced easily, and water or accidents can destroy old patient records permanently.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Double Booking for Doctors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Without an automatic check, two receptionists might book the same doctor for two patients at the very same time.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Slow in Emergencies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Doctors have to wait 15–20 minutes while staff search for a patient's old medical history folder.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Accidental Overwriting in Excel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When multiple people edit a spreadsheet, someone's changes get accidentally deleted or overwritten.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How Our New System Solves This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All Data in One Safe Place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All patients, doctors, and visit notes are stored securely in one central PostgreSQL database.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Instant Patient Search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Doctors and receptionists can find any patient's records and prescriptions in less than a second.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Zero Double Bookings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The system automatically prevents booking a time slot that is already taken by another patient.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Safe Login with Passwords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 Patients, doctors, and admins have separate accounts so personal medical details stay private.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USER PORTALS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Main Features for Patients, Doctors &amp; Admins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1. For Patients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Browse Doctors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Filter doctors by specialty like Cardiology, Neurology, Pediatrics, or Dermatology.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Book Appointments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Pick an available doctor, select a convenient date, and submit the visit reason online.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View Prescriptions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Check past visits, doctor advice, and prescribed medicines anytime from home.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Simple Sign-up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Create a profile with phone number, blood group, and address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2. For Doctors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Today's Patient Queue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See a clear list of all scheduled appointments for the day.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One-Click Status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Mark patient visits as Completed or Cancelled with a single click.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Digital Prescriptions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Type symptoms, final diagnosis, medicine dosage, and extra notes directly into the system.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Past Medical History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Quickly review previous notes written by other specialists for the same patient.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3. For Hospital Admins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Hospital Stats Overview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See total registered patients, active doctors, visits today, and collected fees.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Manage Patient Records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View all patient records in PostgreSQL with complete phone numbers and blood groups.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Add New Doctors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Easily register new doctors, assign departments, and set consultation fees.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Zero Blank Fields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Our automatic database trigger ensures every newly added patient appears with full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How the System Works (Architecture)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Step 1: Website on Browser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Built with Next.js &amp; React: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The user opens the clean website on their computer, tablet, or smartphone.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Fast &amp; Easy to Use: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Simple buttons to book appointments, search doctors, and login without confusing menus.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Instant Form Validation: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Checks email and required fields immediately before submitting.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Step 2: Server &amp; Security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Checks Login &amp; Roles: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Verifies whether the person logged in is a Patient, Doctor, or Admin so they only see their own data.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Scrambles Passwords (Bcrypt):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Never saves plain text passwords; converts them into secure cryptographic hashes.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• Prisma Bridge: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Safely translates user actions into clean, error-free database commands.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Step 3: PostgreSQL 16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Reliable Relational Engine: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Stores data into 5 linked tables with rules that stop mistakes before they happen.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Connected Foreign Keys: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If a doctor is assigned to an appointment, the system guarantees that doctor truly exists.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Automatic Trigger: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  When a new patient is created, PostgreSQL automatically creates their profile and login details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Entity-Relationship (ER)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675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Times New Roman"/>
              </a:defRPr>
            </a:pPr>
            <a:r>
              <a:t>Understanding the ER Diagram Simply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Rectangles (Main Items):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The 5 core objects: User, Doctor, Patient, Appointment, and Medical Record.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Ovals (Details):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Information about each object like Name, Email, DOB, Fees, and Diagnosis. Underlined items are unique IDs.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Diamonds (Connections):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Shows how objects link together:</a:t>
            </a:r>
            <a:br/>
            <a:r>
              <a:t>• Patient books Appointment (1 : Many)</a:t>
            </a:r>
            <a:br/>
            <a:r>
              <a:t>• Doctor conducts Appointment (1 : Many)</a:t>
            </a:r>
            <a:br/>
            <a:r>
              <a:t>• Appointment generates Prescription (1 : 1)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Key Benefit: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Prevents duplicate records and keeps patient history cleanly organized.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SPECIALIZATION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Enhanced Entity-Relationship (EER)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675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463040"/>
            <a:ext cx="35661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  <a:latin typeface="Times New Roman"/>
              </a:defRPr>
            </a:pPr>
            <a:r>
              <a:t>Understanding the EER Diagram Simply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Main Superclass (User):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Every person has common basic info: ID, Name, Email, Password, and Role.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Special Subclasses: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• Doctor gets extra doctor details: Specialization, Consultation Fee, Bio.</a:t>
            </a:r>
            <a:br/>
            <a:r>
              <a:t>• Patient gets extra patient details: Birth Date, Blood Group, Address.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Disjoint Circle (d):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The letter 'd' means a user can only be one role at a time: strictly a Doctor OR a Patient, never mixed up.</a:t>
            </a:r>
          </a:p>
          <a:p>
            <a:br/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• Admin User: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Hospital Admins exist directly as Users to manage the system without needing patient or doctor clinical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DATA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Database Tables &amp; Keeping Data Clean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The 5 Database Tables We Created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1. users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Stores login details: id, full name, email, password, and role (PATIENT, DOCTOR, ADMIN).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2. doctor_profiles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Stores doctor information: specialization, fees, working days, and bio.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3. patient_profiles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Stores patient health info: birth date, blood group, address, and contact number.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4. appointments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Stores scheduled visits: appointment date, doctor chosen, patient, and status.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5. medical_records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Stores doctor prescriptions: symptoms, final diagnosis, and medicine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Why We Normalized the Data (1NF, 2NF, 3NF)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Step 1 (1NF): Single Values Only: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No multiple phone numbers or lists of medicines shoved into one cell. Every piece of info has its own clean column.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Step 2 (2NF): Separate Tables for Separate Things: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We separated Patient details from Appointment details. If an appointment is cancelled, the patient's record is NOT deleted.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Step 3 (3NF): No Indirect Dependencies: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Doctor details belong in the doctor table, not repeated across every appointment row. If a doctor updates their fee, it updates everywhere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BACKEND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Database Queries &amp; Automatic Trigger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Automatic Trigger Fix (trg_patient_insert)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The Problem We Solved: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When adding a patient directly in pgAdmin, the website was only showing the new patient's ID, leaving other fields blank.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Our Solution: Database Trigger: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We created an automatic PostgreSQL trigger ('trg_patient_insert') and view ('public.patients').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How It Works: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The moment any new patient row is inserted, the trigger instantly creates their login account and patient record together.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• The Result: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Now, every new patient shows their full name, phone number, blood group, and age immediately on the website without any blanks!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How the System Fetches Information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Connecting Tables (JOIN):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Combines patient name, doctor name, and visit date in one single quick query to display on the screen.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Department Visit Count (GROUP BY):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Counts how many visits each department handled so the hospital can see which specialists are busiest.</a:t>
            </a:r>
          </a:p>
          <a:p>
            <a:br/>
            <a:pPr>
              <a:defRPr sz="1200" b="1">
                <a:solidFill>
                  <a:srgbClr val="1A365D"/>
                </a:solidFill>
                <a:latin typeface="Times New Roman"/>
              </a:defRPr>
            </a:pPr>
            <a:r>
              <a:t>✓ Instant Calculation (SUM):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Automatically adds up consultation fees from completed appointments to show the hospital's total earnings.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Live Website: Patient &amp; Doctor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31089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Times New Roman"/>
              </a:defRPr>
            </a:pPr>
            <a:r>
              <a:t>1. Homepage</a:t>
            </a:r>
          </a:p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Clean, welcoming landing page where patients can explore hospital services, read doctor bios, and click to book visits.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600200"/>
            <a:ext cx="310896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Times New Roman"/>
              </a:defRPr>
            </a:pPr>
            <a:r>
              <a:t>2. Find Doctors Page</a:t>
            </a:r>
          </a:p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Allows patients to filter certified doctors by department (Cardiology, Neurology, Pediatrics) and check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00200"/>
            <a:ext cx="3108960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8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A365D"/>
                </a:solidFill>
                <a:latin typeface="Times New Roman"/>
              </a:defRPr>
            </a:pPr>
            <a:r>
              <a:t>3. Secure Sign-In</a:t>
            </a:r>
          </a:p>
          <a:p>
            <a:pPr>
              <a:defRPr sz="1000">
                <a:solidFill>
                  <a:srgbClr val="64748B"/>
                </a:solidFill>
                <a:latin typeface="Times New Roman"/>
              </a:defRPr>
            </a:pPr>
            <a:r>
              <a:t>Simple, secure sign-in page that directs Patients, Doctors, and Admins to their respective dashboards.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Live Website: Admin Dashboard &amp; Fixed Patient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83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Times New Roman"/>
              </a:defRPr>
            </a:pPr>
            <a:r>
              <a:t>Hospital Admin Summary Dashboard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Gives the administrator a clear high-level view of hospital operations: Total Patients, Active Doctors on Duty, Today's Consultations, and Collected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admin_pat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493776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983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  <a:latin typeface="Times New Roman"/>
              </a:defRPr>
            </a:pPr>
            <a:r>
              <a:t>Live Patient Table (All Details Showing Correctly)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Verified fix: Newly registered patients in PostgreSQL appear immediately with all their details (Name, Phone, Blood Group, Address) without any blank cells.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  <a:latin typeface="Times New Roman"/>
              </a:defRPr>
            </a:pPr>
            <a:r>
              <a:t>What We Achieved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✓ No More Lost Records: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All hospital data is stored safely in PostgreSQL 16, eliminating paper clutter and missing files.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✓ Clean &amp; Organized Schema: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Follows proper Chen ER &amp; EER design, and is completely organized in 3NF without repeated duplicate data.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✓ Working Web Application: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Patients can book visits online, doctors can write digital prescriptions, and admins can monitor the entire hospital.</a:t>
            </a:r>
          </a:p>
          <a:p>
            <a:br/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✓ Future Enhancements:</a:t>
            </a:r>
          </a:p>
          <a:p>
            <a:pPr>
              <a:defRPr sz="1050">
                <a:solidFill>
                  <a:srgbClr val="1F2937"/>
                </a:solidFill>
                <a:latin typeface="Times New Roman"/>
              </a:defRPr>
            </a:pPr>
            <a:r>
              <a:t>   • Online video consultations for remote patient checkups.</a:t>
            </a:r>
            <a:br/>
            <a:r>
              <a:t>• Automatic SMS reminders for upcoming appointments.</a:t>
            </a:r>
            <a:br/>
            <a:r>
              <a:t>• Online payment integration for instant consultation fee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737360"/>
            <a:ext cx="4297680" cy="4206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  <a:latin typeface="Times New Roman"/>
              </a:defRPr>
            </a:pPr>
            <a:r>
              <a:t>Thank You!</a:t>
            </a:r>
          </a:p>
          <a:p>
            <a:pPr>
              <a:defRPr sz="1300" i="1">
                <a:solidFill>
                  <a:srgbClr val="2563EB"/>
                </a:solidFill>
                <a:latin typeface="Times New Roman"/>
              </a:defRPr>
            </a:pPr>
            <a:r>
              <a:t>Any questions are welcome!</a:t>
            </a:r>
            <a:br/>
          </a:p>
          <a:p>
            <a:pPr>
              <a:defRPr sz="1100" b="1">
                <a:solidFill>
                  <a:srgbClr val="1A365D"/>
                </a:solidFill>
                <a:latin typeface="Times New Roman"/>
              </a:defRPr>
            </a:pPr>
            <a:r>
              <a:t>TEACHER IN-CHARGE / GUIDE:</a:t>
            </a:r>
          </a:p>
          <a:p>
            <a:pPr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Prof. Sumedha A. Maindalkar</a:t>
            </a:r>
            <a:br/>
          </a:p>
          <a:p>
            <a:pPr>
              <a:defRPr sz="1100" b="1">
                <a:solidFill>
                  <a:srgbClr val="1A365D"/>
                </a:solidFill>
                <a:latin typeface="Times New Roman"/>
              </a:defRPr>
            </a:pPr>
            <a:r>
              <a:t>PROJECT TEAM: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• Abinash Muthuramalingam  (125A9002)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• Jatin Kumar  (125A9009)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• Vishnu Devendra  (125A9010)</a:t>
            </a:r>
          </a:p>
          <a:p>
            <a:pPr>
              <a:defRPr sz="1100">
                <a:solidFill>
                  <a:srgbClr val="1F2937"/>
                </a:solidFill>
                <a:latin typeface="Times New Roman"/>
              </a:defRPr>
            </a:pPr>
            <a:r>
              <a:t>• Karthik Raja  (125A9018)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